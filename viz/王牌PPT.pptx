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228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950" b="1">
                <a:solidFill>
                  <a:srgbClr val="1E3A8A"/>
                </a:solidFill>
                <a:latin typeface="Arial"/>
              </a:defRPr>
            </a:pPr>
            <a:r>
              <a:t>08 / ARRAY TOPOLOGY · MULTI-TURBINE COLLABORATIVE WAKE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02336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30000"/>
              </a:lnSpc>
              <a:defRPr sz="1300" b="1">
                <a:solidFill>
                  <a:srgbClr val="15803D"/>
                </a:solidFill>
                <a:latin typeface="Microsoft YaHei"/>
              </a:defRPr>
            </a:pPr>
            <a:r>
              <a:t>全场净增益: +24.04% (+1946.3 kW)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3×3 九机阵列阶梯协同偏航全景拓扑与能量倍增解析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物理机理：前排偏航 +30° 开启主通道 → 中排偏航 +20° 二次导流借道穿行 → 后排 0° 迎风满发，打通全场气动流动瓶颈</a:t>
            </a:r>
          </a:p>
        </p:txBody>
      </p:sp>
      <p:pic>
        <p:nvPicPr>
          <p:cNvPr id="8" name="Picture 7" descr="scientific_cfd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492240" cy="38106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44068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334155"/>
                </a:solidFill>
                <a:latin typeface="Microsoft YaHei"/>
              </a:defRPr>
            </a:pPr>
            <a:r>
              <a:t>【阵列几何与流场特征】顺风间距 5D (630 m)，横向间距 3D (378 m)。基准状态下中下游机组遭受强尾流双重叠加，轮毂风速由 8.0 m/s 衰减至 3.6 m/s；阶梯偏航 [30°, 20°, 0°] 将前中排高亏损尾流核心精准偏转至列间空隙，实现后排机组迎风风速恢复至 7.2 m/s。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463040"/>
            <a:ext cx="4389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Microsoft YaHei"/>
              </a:defRPr>
            </a:pPr>
            <a:r>
              <a:t>表 1. 3×3 九机阵列单机功率分布与排级出力汇总 (kW)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23760" y="1755648"/>
          <a:ext cx="441655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822960"/>
                <a:gridCol w="822960"/>
                <a:gridCol w="82296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机组阵列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Col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排级合计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Row 1 (30°)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1340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1340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1340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4020 kW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Row 2 (20°)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 909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 935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 943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2787 kW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Row 3 ( 0°)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1060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1088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1086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3234 kW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11" descr="scientific_bar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108960"/>
            <a:ext cx="4416552" cy="22082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0" y="5120640"/>
            <a:ext cx="44165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【优化模型与求解收敛】</a:t>
            </a:r>
          </a:p>
          <a:p>
            <a:pPr>
              <a:lnSpc>
                <a:spcPct val="130000"/>
              </a:lnSpc>
              <a:defRPr sz="850">
                <a:solidFill>
                  <a:srgbClr val="334155"/>
                </a:solidFill>
                <a:latin typeface="Microsoft YaHei"/>
              </a:defRPr>
            </a:pPr>
            <a:r>
              <a:t>• 目标函数：max_γ ∑ P_i(γ_1, γ_2, γ_3)，γ_i ∈ [-30°, +30°]</a:t>
            </a:r>
            <a:br/>
            <a:r>
              <a:t>• 寻优结果：最优偏航向量 γ* = [30.0°, 20.0°, 0.0°]</a:t>
            </a:r>
            <a:br/>
            <a:r>
              <a:t>• 算法特性：FLORIS GCH + 逐排贪心搜索，单次评估耗时 &lt; 1.5 ms</a:t>
            </a:r>
            <a:br/>
            <a:r>
              <a:t>• 能量重构：后排出力占比由基准的 18.8% 跃升至 32.2%，实现全场最优功率跃迁。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